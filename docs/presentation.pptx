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029"/>
    <p:restoredTop sz="94668"/>
  </p:normalViewPr>
  <p:slideViewPr>
    <p:cSldViewPr snapToGrid="0">
      <p:cViewPr varScale="1">
        <p:scale>
          <a:sx n="20" d="100"/>
          <a:sy n="20" d="100"/>
        </p:scale>
        <p:origin x="216" y="2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5490B-50FE-FF40-BB27-FD1C665290B0}" type="datetimeFigureOut">
              <a:rPr lang="en-KR" smtClean="0"/>
              <a:t>12/2/24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87735-8D3B-C74E-9B8C-968EA9F1694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84488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287735-8D3B-C74E-9B8C-968EA9F16949}" type="slidenum">
              <a:rPr lang="en-KR" smtClean="0"/>
              <a:t>29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47156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3AC7-EBA9-2DD3-C2E8-6475170C2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A936A-FD92-B978-6BBA-6B91FDD6B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DAD1E-0ACE-F006-C2BC-5830A41D6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BEA9B-D6B7-9070-970B-29F0D006A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D9929-0588-123C-A3A9-B298305B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69754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C357-FA33-4BC1-85D8-D19F4D74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CEDAE-A1C4-3D6E-EA67-454DA611C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A7338-8BD9-B703-583B-1C023E95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EA71F-9536-FB2C-A83C-C0781FF13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3C973-3FC1-7219-DD9C-F6F50080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92743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B52E-C06A-7385-1F54-859AA086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27AB1-BC56-62E5-D363-90CCC12A9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62CA2-CC5C-8616-D2D6-A5B581A3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D3BF9-196D-E030-64FC-0D44C55F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57E8-595A-9290-6EB1-4D04788C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0323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0C6D-7574-2EFE-B144-FEDAD9A7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38F65-4425-8236-3A7A-F3518FBC0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08B73-5E00-8B92-F998-1F9DE0A1A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6108B-05B6-D976-5CAD-B6EACF56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A36ED-BE4E-C76A-B60B-7A39A0F8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B9D73-C1A4-B55E-0994-1992061B3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30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3031-4625-7309-DE26-923F088B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3C1E1-C7F2-D466-621E-514397A44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D4E10-959E-284E-A74B-D8AB93E70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AE14F-E237-5ED5-2549-531175A8E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4D0314-0B74-6E8C-868F-F7204BBBD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7D150-D7C6-A81A-4EC3-CB09AF91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B93DB-7EFA-9AC8-7D53-CACFC2C06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2B9EB-56E1-ECC0-3D1C-E6CFDC72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02895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E541-054A-252A-A8B3-51620676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E1C4E-829A-D733-929E-5926B23A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78C1B-01EA-0880-D7CB-470AA49B9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68CFA-16C7-03AD-79A8-E27C5D9B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5976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E3305-C73E-5DD8-A0EF-FBC7E31C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B3580C-690B-3BE3-EB6B-F65A2656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E9C2B-7CB3-B0DA-EA7E-A07C079C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13694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9E37D-86D5-FFB8-CED2-1840A1A1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7DD68-CD79-5927-5125-6302391D8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2330D0-FBCB-E05A-A32C-6AD5B9E86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14871-79B3-611F-8A13-E413235F4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FB67E-515E-C668-E150-863AD7134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93A51-6A8A-86AB-580B-8E163C40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289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6F25-3813-DE9B-2FD4-10005140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69CBA-F84E-09A3-ABF7-3E9B4CFD1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FC721-518C-279F-87C1-C83873EE7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E9E97-A381-D6A5-EE07-B6E5CD99A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DEF49-944E-BDB2-F20B-01123E6E2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EA80D-3860-E808-D580-CD76A38F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141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E116-28BA-D34A-F398-EC4B1D9F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1DBFB-2DD6-723B-77F1-C57AC0833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BDB56-AD50-FBBF-6A0E-B698377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066C4-D5A0-A1E7-521A-B37F11502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8979F-CB12-DF48-9B02-6A3B046C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15784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B98E7-9D12-784E-BB8A-6706CA3548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A19CB-063D-49EE-67BD-CB1C30041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CF89D-EC0D-8C64-3E4C-4456FFC0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888B0-8922-E5B7-BD52-8D276EBF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8BFB6-BB21-6ADA-C5F3-61455D51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7827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45E287-174C-A106-F5CE-2BE7D727B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B20BD-2C77-7341-0F99-F6525A69D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EEAD3-3D0C-BEC4-DBA2-7EF508A84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D9719-4E43-1D40-B378-C12E5264B682}" type="datetimeFigureOut">
              <a:rPr lang="en-KR" smtClean="0"/>
              <a:t>12/2/24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863FE-5432-FB0A-A383-5C7468F4A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CFFC0-0A05-0CD5-6592-3623075EB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D78E6-2796-1341-817C-E0FDBC1E5D8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7359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gi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A screenshot of a phone&#10;&#10;Description automatically generated">
            <a:extLst>
              <a:ext uri="{FF2B5EF4-FFF2-40B4-BE49-F238E27FC236}">
                <a16:creationId xmlns:a16="http://schemas.microsoft.com/office/drawing/2014/main" id="{EBEAEB19-A481-8F27-481F-25E599E831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B71C9-C061-E899-C746-04BECA99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group of people sitting on a porch&#10;&#10;Description automatically generated">
            <a:extLst>
              <a:ext uri="{FF2B5EF4-FFF2-40B4-BE49-F238E27FC236}">
                <a16:creationId xmlns:a16="http://schemas.microsoft.com/office/drawing/2014/main" id="{90EC5B51-24BF-8631-2DF6-3B359945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1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9FCB2-CA10-61D8-AA85-BEDDF328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lose-up of a book&#10;&#10;Description automatically generated">
            <a:extLst>
              <a:ext uri="{FF2B5EF4-FFF2-40B4-BE49-F238E27FC236}">
                <a16:creationId xmlns:a16="http://schemas.microsoft.com/office/drawing/2014/main" id="{442D48EB-5BB8-AF12-3CE9-8A79DA8741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02FEA-0419-892A-B2DC-0CD9C841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B26E17F-0527-E0AE-DDE6-CDA01396E3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71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BF080-40DB-AB0D-9C79-0924A4D6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iagram of a person working on a computer&#10;&#10;Description automatically generated">
            <a:extLst>
              <a:ext uri="{FF2B5EF4-FFF2-40B4-BE49-F238E27FC236}">
                <a16:creationId xmlns:a16="http://schemas.microsoft.com/office/drawing/2014/main" id="{449DF8DE-52E8-6E3F-6087-6072651D09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4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29FBD-9EB7-A64E-C393-49685D541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person sitting at a computer&#10;&#10;Description automatically generated">
            <a:extLst>
              <a:ext uri="{FF2B5EF4-FFF2-40B4-BE49-F238E27FC236}">
                <a16:creationId xmlns:a16="http://schemas.microsoft.com/office/drawing/2014/main" id="{30371E2C-1966-2987-D030-2B9BBC2902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966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9A517-59D2-1733-1792-E8EB84E3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F6B454-928D-78A8-73C7-132EF9AF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61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04974-6907-6892-BF05-5362356A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0334935-A14A-F5BB-82E6-4DECA4B5A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21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7FC26-19CB-5AE8-73F7-2B0AE6617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E08CB08A-DA13-F01E-B225-412049278C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5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A9086-374D-392D-E878-12932E24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group of papers with text&#10;&#10;Description automatically generated">
            <a:extLst>
              <a:ext uri="{FF2B5EF4-FFF2-40B4-BE49-F238E27FC236}">
                <a16:creationId xmlns:a16="http://schemas.microsoft.com/office/drawing/2014/main" id="{52D67590-809B-8835-D9EB-FFF50513FC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62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32105-8785-9019-96A6-7E1A85F58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AC175AF-AE0B-5C90-70E1-97F0C749C6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A16731-2D71-F144-480C-F02A9783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2FCA927-6EED-FD43-C801-A596BE1C89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78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CD47B-0AF0-53BC-D3EB-8E962C5F4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061F0C8-007D-B48F-97F9-79B2A208CA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26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4A79A-D69F-E8B4-03C9-4AF1D95AA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diagram of a company&#10;&#10;Description automatically generated with medium confidence">
            <a:extLst>
              <a:ext uri="{FF2B5EF4-FFF2-40B4-BE49-F238E27FC236}">
                <a16:creationId xmlns:a16="http://schemas.microsoft.com/office/drawing/2014/main" id="{4149DAC9-8AD0-A67F-98F3-AC62790FC4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33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D3247-4B4A-2763-9214-642AEB46E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iagram of a child chunking&#10;&#10;Description automatically generated">
            <a:extLst>
              <a:ext uri="{FF2B5EF4-FFF2-40B4-BE49-F238E27FC236}">
                <a16:creationId xmlns:a16="http://schemas.microsoft.com/office/drawing/2014/main" id="{655C62EA-0E08-AC78-8724-62C38A9A5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32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EF605-870A-6D82-7B63-48383FDAC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C1CBF7C-EE7F-2A83-99D3-216D545562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32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2B4A5-889C-2D0F-E623-B40E1CC9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iagram of a user query&#10;&#10;Description automatically generated">
            <a:extLst>
              <a:ext uri="{FF2B5EF4-FFF2-40B4-BE49-F238E27FC236}">
                <a16:creationId xmlns:a16="http://schemas.microsoft.com/office/drawing/2014/main" id="{C965CB5A-FC02-01C1-820A-A2DF76A08F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43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762C3-E164-E69A-4967-EFB2B07A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38C324B-053C-2F30-DC74-159C89614C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43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39388-15F9-3FE1-6B82-089619E8F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175F837-26CF-9163-7342-5FA4C8DC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37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247E7-4CA5-1A0E-3511-E1A35B8F1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omparison of a benchmark and a benchmark&#10;&#10;Description automatically generated">
            <a:extLst>
              <a:ext uri="{FF2B5EF4-FFF2-40B4-BE49-F238E27FC236}">
                <a16:creationId xmlns:a16="http://schemas.microsoft.com/office/drawing/2014/main" id="{778F485D-E806-1FA8-321F-F65BFE11D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39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3A5D3-98D0-12BB-84C9-661C5B77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test&#10;&#10;Description automatically generated">
            <a:extLst>
              <a:ext uri="{FF2B5EF4-FFF2-40B4-BE49-F238E27FC236}">
                <a16:creationId xmlns:a16="http://schemas.microsoft.com/office/drawing/2014/main" id="{D125DF50-C71D-BFDB-21C8-A5069C58C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28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BD5C4-D4F1-7860-0277-1BAEAC58B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A16589FD-AA55-30B5-F4BD-48F40BFE1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64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59A75-B413-AC15-EB07-A79F675C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black and white text&#10;&#10;Description automatically generated">
            <a:extLst>
              <a:ext uri="{FF2B5EF4-FFF2-40B4-BE49-F238E27FC236}">
                <a16:creationId xmlns:a16="http://schemas.microsoft.com/office/drawing/2014/main" id="{F168EA7B-9A21-B8FF-A246-49B013D2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65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A7AF5-44F1-AA36-0F2C-A69501E0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 shot of a graph&#10;&#10;Description automatically generated">
            <a:extLst>
              <a:ext uri="{FF2B5EF4-FFF2-40B4-BE49-F238E27FC236}">
                <a16:creationId xmlns:a16="http://schemas.microsoft.com/office/drawing/2014/main" id="{1B09AB10-46E4-04FC-A14B-C19C5212CB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097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A72812-9F74-5F6D-F344-E8206796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graph with blue squares and black text&#10;&#10;Description automatically generated with medium confidence">
            <a:extLst>
              <a:ext uri="{FF2B5EF4-FFF2-40B4-BE49-F238E27FC236}">
                <a16:creationId xmlns:a16="http://schemas.microsoft.com/office/drawing/2014/main" id="{40810C79-FC66-723B-AB5E-CA2008BA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37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7604F-4040-44CC-B3B5-62EC8C7C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black and white image of a symbol&#10;&#10;Description automatically generated">
            <a:extLst>
              <a:ext uri="{FF2B5EF4-FFF2-40B4-BE49-F238E27FC236}">
                <a16:creationId xmlns:a16="http://schemas.microsoft.com/office/drawing/2014/main" id="{A8350F61-51F9-B2C4-26AB-FADACEA906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960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D8A34-C08E-FFA9-7484-6A0F089B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0D3BAA7-AF6B-4894-C336-8F48813571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92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2E010-37AC-E973-D8E0-60A66373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7A54AD5-78C5-1662-66A4-713D6D00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94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74CC5-4FB1-89FB-7420-638FFB45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1C4B94A-E00F-770A-F8F2-3F804237D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DF9A2E10-18D4-75EC-6398-C2120B9EC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516" y="1177871"/>
            <a:ext cx="8915400" cy="503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79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D3DD8-C139-61BC-BFC5-9098E35A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rectangular sign with black text&#10;&#10;Description automatically generated">
            <a:extLst>
              <a:ext uri="{FF2B5EF4-FFF2-40B4-BE49-F238E27FC236}">
                <a16:creationId xmlns:a16="http://schemas.microsoft.com/office/drawing/2014/main" id="{7E5FD278-881B-1BDA-0774-3867A945D9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61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CE1A4-5D1A-3E4C-1370-536754B8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iagram of a child chunk and a paper&#10;&#10;Description automatically generated">
            <a:extLst>
              <a:ext uri="{FF2B5EF4-FFF2-40B4-BE49-F238E27FC236}">
                <a16:creationId xmlns:a16="http://schemas.microsoft.com/office/drawing/2014/main" id="{26E6A1DF-4F2D-58F5-128D-1D5E1A9739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56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02BCE5-6D8E-A98E-FFB8-9624A4DB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296AAA9-599C-2968-2F6E-C24B44D2FF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730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EC0ED-C1D3-C617-2FC7-2FB0EAA9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794C15B-DB13-2A97-15CC-753073BEC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40" y="643466"/>
            <a:ext cx="990411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9670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3BB56-CD8E-ED96-1161-16E1C916E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paper with black text&#10;&#10;Description automatically generated">
            <a:extLst>
              <a:ext uri="{FF2B5EF4-FFF2-40B4-BE49-F238E27FC236}">
                <a16:creationId xmlns:a16="http://schemas.microsoft.com/office/drawing/2014/main" id="{F324A9FB-DCE8-A64C-E373-FB8880762E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47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B184C-8C4D-3B3F-545F-CEEE94B8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lose-up of a question&#10;&#10;Description automatically generated">
            <a:extLst>
              <a:ext uri="{FF2B5EF4-FFF2-40B4-BE49-F238E27FC236}">
                <a16:creationId xmlns:a16="http://schemas.microsoft.com/office/drawing/2014/main" id="{D59CC2FD-C0DA-5F88-F7B5-A8FDEBE5A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1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B93FC-2BEC-6572-48AF-1BE46FAA3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lose-up of a question&#10;&#10;Description automatically generated">
            <a:extLst>
              <a:ext uri="{FF2B5EF4-FFF2-40B4-BE49-F238E27FC236}">
                <a16:creationId xmlns:a16="http://schemas.microsoft.com/office/drawing/2014/main" id="{A0609392-DE2E-2696-E585-A0D0C6087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24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66873-F42B-DA37-B499-02D9CE458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group of papers with text and numbers&#10;&#10;Description automatically generated">
            <a:extLst>
              <a:ext uri="{FF2B5EF4-FFF2-40B4-BE49-F238E27FC236}">
                <a16:creationId xmlns:a16="http://schemas.microsoft.com/office/drawing/2014/main" id="{D4205AA2-11DC-5FD9-5919-A76DADF3D0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</Words>
  <Application>Microsoft Macintosh PowerPoint</Application>
  <PresentationFormat>Widescreen</PresentationFormat>
  <Paragraphs>1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박상범/21800272</dc:creator>
  <cp:lastModifiedBy>박상범/21800272</cp:lastModifiedBy>
  <cp:revision>4</cp:revision>
  <dcterms:created xsi:type="dcterms:W3CDTF">2024-12-02T07:25:44Z</dcterms:created>
  <dcterms:modified xsi:type="dcterms:W3CDTF">2024-12-02T08:31:53Z</dcterms:modified>
</cp:coreProperties>
</file>