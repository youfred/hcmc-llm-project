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44" autoAdjust="0"/>
    <p:restoredTop sz="94682" autoAdjust="0"/>
  </p:normalViewPr>
  <p:slideViewPr>
    <p:cSldViewPr>
      <p:cViewPr varScale="1">
        <p:scale>
          <a:sx n="63" d="100"/>
          <a:sy n="63" d="100"/>
        </p:scale>
        <p:origin x="240" y="7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24D3F-743A-6749-8CC5-FBC6D2A181BA}" type="datetimeFigureOut">
              <a:rPr lang="en-KR" smtClean="0"/>
              <a:t>11/22/24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E62986-F60F-FB48-8E52-591B7B2133E3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356053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62986-F60F-FB48-8E52-591B7B2133E3}" type="slidenum">
              <a:rPr lang="en-KR" smtClean="0"/>
              <a:t>12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21243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gi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screenshot of a phone&#10;&#10;Description automatically generated">
            <a:extLst>
              <a:ext uri="{FF2B5EF4-FFF2-40B4-BE49-F238E27FC236}">
                <a16:creationId xmlns:a16="http://schemas.microsoft.com/office/drawing/2014/main" id="{D7EDA12A-55B0-D3AD-E962-38FCF6226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2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lose-up of a book&#10;&#10;Description automatically generated">
            <a:extLst>
              <a:ext uri="{FF2B5EF4-FFF2-40B4-BE49-F238E27FC236}">
                <a16:creationId xmlns:a16="http://schemas.microsoft.com/office/drawing/2014/main" id="{D3CEAD23-6C6A-3623-6810-27D4CECD6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662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 descr="A diagram of a person working on a computer&#10;&#10;Description automatically generated">
            <a:extLst>
              <a:ext uri="{FF2B5EF4-FFF2-40B4-BE49-F238E27FC236}">
                <a16:creationId xmlns:a16="http://schemas.microsoft.com/office/drawing/2014/main" id="{B063B769-28CD-158A-2515-1F6BE4706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89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 descr="A person sitting at a computer&#10;&#10;Description automatically generated">
            <a:extLst>
              <a:ext uri="{FF2B5EF4-FFF2-40B4-BE49-F238E27FC236}">
                <a16:creationId xmlns:a16="http://schemas.microsoft.com/office/drawing/2014/main" id="{B36E0BD0-3D2C-4700-53C5-BF36D968B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207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 descr="A diagram of a diagram&#10;&#10;Description automatically generated">
            <a:extLst>
              <a:ext uri="{FF2B5EF4-FFF2-40B4-BE49-F238E27FC236}">
                <a16:creationId xmlns:a16="http://schemas.microsoft.com/office/drawing/2014/main" id="{1F34D118-CC1C-C880-C4FD-4CDD143F29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624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 descr="A group of papers with text&#10;&#10;Description automatically generated">
            <a:extLst>
              <a:ext uri="{FF2B5EF4-FFF2-40B4-BE49-F238E27FC236}">
                <a16:creationId xmlns:a16="http://schemas.microsoft.com/office/drawing/2014/main" id="{BE4E27C1-DEBD-69D1-692D-7652A897C8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673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8AFEDCC-F4A9-47DD-B682-CF75E2E04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32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AE6858B6-0AD6-2249-E4D5-13FCF89001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0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 descr="A diagram of a child chunking&#10;&#10;Description automatically generated">
            <a:extLst>
              <a:ext uri="{FF2B5EF4-FFF2-40B4-BE49-F238E27FC236}">
                <a16:creationId xmlns:a16="http://schemas.microsoft.com/office/drawing/2014/main" id="{7D7C41A7-0144-9158-182F-B1DFD967E6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69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 descr="A diagram of a question&#10;&#10;Description automatically generated with medium confidence">
            <a:extLst>
              <a:ext uri="{FF2B5EF4-FFF2-40B4-BE49-F238E27FC236}">
                <a16:creationId xmlns:a16="http://schemas.microsoft.com/office/drawing/2014/main" id="{9A40DDC4-B593-50BF-0E67-67059C3E80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38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Content Placeholder 10" descr="A graph of blue rectangular bars&#10;&#10;Description automatically generated with medium confidence">
            <a:extLst>
              <a:ext uri="{FF2B5EF4-FFF2-40B4-BE49-F238E27FC236}">
                <a16:creationId xmlns:a16="http://schemas.microsoft.com/office/drawing/2014/main" id="{26F30C43-3B39-ED24-EA1E-367A45B28D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565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F590DFC6-B169-1872-6DF1-2925F7FB8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-114299"/>
            <a:ext cx="18287980" cy="10401300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F5C3E306-C373-A774-3EA2-9794257762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0" y="1714500"/>
            <a:ext cx="134874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796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FD260-0C20-E6FB-B975-8E0A1B0C7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Content Placeholder 10" descr="A screenshot of a computer&#10;&#10;Description automatically generated">
            <a:extLst>
              <a:ext uri="{FF2B5EF4-FFF2-40B4-BE49-F238E27FC236}">
                <a16:creationId xmlns:a16="http://schemas.microsoft.com/office/drawing/2014/main" id="{04E25D86-B3F5-151B-10B9-0A86075BBC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/>
        </p:blipFill>
        <p:spPr>
          <a:xfrm>
            <a:off x="20" y="1923"/>
            <a:ext cx="18287980" cy="1028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733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7E7AA-5471-F9BD-B780-72AF9A8A8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75" y="12450"/>
            <a:ext cx="18289675" cy="1027455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716465" cy="10287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screenshot of a computer&#10;&#10;Description automatically generated">
            <a:extLst>
              <a:ext uri="{FF2B5EF4-FFF2-40B4-BE49-F238E27FC236}">
                <a16:creationId xmlns:a16="http://schemas.microsoft.com/office/drawing/2014/main" id="{E1712109-5A10-9400-ACEE-4E9E1491B3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" b="-1"/>
          <a:stretch/>
        </p:blipFill>
        <p:spPr>
          <a:xfrm>
            <a:off x="20" y="10"/>
            <a:ext cx="18287980" cy="1029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091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ADD449-D400-C5D9-8441-D2B6B69D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75" y="12450"/>
            <a:ext cx="18289675" cy="1027455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716465" cy="10287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white rectangular object with black text&#10;&#10;Description automatically generated">
            <a:extLst>
              <a:ext uri="{FF2B5EF4-FFF2-40B4-BE49-F238E27FC236}">
                <a16:creationId xmlns:a16="http://schemas.microsoft.com/office/drawing/2014/main" id="{B6D6A46D-436A-6221-6E59-610D270A4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" b="-1"/>
          <a:stretch/>
        </p:blipFill>
        <p:spPr>
          <a:xfrm>
            <a:off x="20" y="10"/>
            <a:ext cx="18287980" cy="1029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49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1758E6-AC0C-48CB-85F2-137E7BE5B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75" y="12450"/>
            <a:ext cx="18289675" cy="1027455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716465" cy="10287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child chunk and a paper&#10;&#10;Description automatically generated">
            <a:extLst>
              <a:ext uri="{FF2B5EF4-FFF2-40B4-BE49-F238E27FC236}">
                <a16:creationId xmlns:a16="http://schemas.microsoft.com/office/drawing/2014/main" id="{1954781B-047D-0547-EA00-E1233FEFC4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" b="-1"/>
          <a:stretch/>
        </p:blipFill>
        <p:spPr>
          <a:xfrm>
            <a:off x="20" y="10"/>
            <a:ext cx="18287980" cy="1029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701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D3A400-1FCC-23B0-0FCF-9E46B5069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75" y="12450"/>
            <a:ext cx="18289675" cy="1027455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716465" cy="10287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diagram of a computer process&#10;&#10;Description automatically generated">
            <a:extLst>
              <a:ext uri="{FF2B5EF4-FFF2-40B4-BE49-F238E27FC236}">
                <a16:creationId xmlns:a16="http://schemas.microsoft.com/office/drawing/2014/main" id="{6ABDA4D2-EFBB-5971-5A27-6F379BEDC9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" b="-1"/>
          <a:stretch/>
        </p:blipFill>
        <p:spPr>
          <a:xfrm>
            <a:off x="20" y="10"/>
            <a:ext cx="18287980" cy="1029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577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621872-7358-AD05-4783-59B31B279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1B2B030-4738-4359-9E46-144B7C8BFF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75" y="12450"/>
            <a:ext cx="18289675" cy="1027455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716465" cy="10287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close-up of a car instruction&#10;&#10;Description automatically generated">
            <a:extLst>
              <a:ext uri="{FF2B5EF4-FFF2-40B4-BE49-F238E27FC236}">
                <a16:creationId xmlns:a16="http://schemas.microsoft.com/office/drawing/2014/main" id="{A9A41ECE-7621-3464-B0E1-075C1BEEB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" b="-1"/>
          <a:stretch/>
        </p:blipFill>
        <p:spPr>
          <a:xfrm>
            <a:off x="20" y="10"/>
            <a:ext cx="18287980" cy="1029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054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</Words>
  <Application>Microsoft Macintosh PowerPoint</Application>
  <PresentationFormat>Custom</PresentationFormat>
  <Paragraphs>1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Grey Modern Business Research Proposal Presentation</dc:title>
  <cp:lastModifiedBy>박상범/21800272</cp:lastModifiedBy>
  <cp:revision>3</cp:revision>
  <dcterms:created xsi:type="dcterms:W3CDTF">2006-08-16T00:00:00Z</dcterms:created>
  <dcterms:modified xsi:type="dcterms:W3CDTF">2024-11-22T01:58:17Z</dcterms:modified>
  <dc:identifier>DAGWVr_6Ang</dc:identifier>
</cp:coreProperties>
</file>